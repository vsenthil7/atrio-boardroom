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Inter"/>
              </a:rPr>
              <a:t>ATRIO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1">
                <a:solidFill>
                  <a:srgbClr val="FFFFFF"/>
                </a:solidFill>
                <a:latin typeface="Inter"/>
              </a:rPr>
              <a:t>Your AI boardroom.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5E5E5"/>
                </a:solidFill>
                <a:latin typeface="Inter"/>
              </a:rPr>
              <a:t>Six specialist agents. One audited table. Mandate-enforced treasury.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Inter"/>
              </a:rPr>
              <a:t>Milan AI Week 2026 · AT-Hack0021 · github.com/vsenthil7/atrio-boardroom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Founders and family offices decide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>Big decisions go one of two ways today:</a:t>
            </a:r>
          </a:p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>  → Delegated to a single advisor — fast, but a single point of failure.</a:t>
            </a:r>
          </a:p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>  → Convened with a committee — slow, hard to schedule, hard to audit.</a:t>
            </a:r>
          </a:p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>No middle option. No audit trail of the reasoning. No way to enforce a</a:t>
            </a:r>
          </a:p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>mandate at machine speed. No way to replay a decision in six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An AI boardroom that holds a real debate.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DEBATE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Inter"/>
              </a:rPr>
              <a:t>Six specialist agents (CFO, CTO, CMO, COO, Counsel, Facilitator)</a:t>
            </a:r>
          </a:p>
          <a:p>
            <a:pPr algn="l"/>
            <a:r>
              <a:rPr sz="1400" b="0" i="0">
                <a:solidFill>
                  <a:srgbClr val="E5E5E5"/>
                </a:solidFill>
                <a:latin typeface="Inter"/>
              </a:rPr>
              <a:t>argue with each other before answering. Dissent triggers re-runs.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56032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ENFORCE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Inter"/>
              </a:rPr>
              <a:t>Per-tenant mandate is checked at the API on every treasury action.</a:t>
            </a:r>
          </a:p>
          <a:p>
            <a:pPr algn="l"/>
            <a:r>
              <a:rPr sz="1400" b="0" i="0">
                <a:solidFill>
                  <a:srgbClr val="E5E5E5"/>
                </a:solidFill>
                <a:latin typeface="Inter"/>
              </a:rPr>
              <a:t>Two-party authorisation cannot be bypassed by any client.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256032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5E5"/>
                </a:solidFill>
                <a:latin typeface="Inter"/>
              </a:rPr>
              <a:t>Append-only audit log captures every turn, vote, model invocation,</a:t>
            </a:r>
          </a:p>
          <a:p>
            <a:pPr algn="l"/>
            <a:r>
              <a:rPr sz="1400" b="0" i="0">
                <a:solidFill>
                  <a:srgbClr val="E5E5E5"/>
                </a:solidFill>
                <a:latin typeface="Inter"/>
              </a:rPr>
              <a:t>and state transition. Exportable as JSONL + manifest for compliance.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Six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Distinct personas. Distinct models. One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3657600" cy="77724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Inter"/>
              </a:rPr>
              <a:t>Capital + burn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Inter"/>
              </a:rPr>
              <a:t>Gemini 2.5 Flash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468880"/>
            <a:ext cx="3657600" cy="77724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34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Inter"/>
              </a:rPr>
              <a:t>Tech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0175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Inter"/>
              </a:rPr>
              <a:t>Featherless Qwen2-72B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468880"/>
            <a:ext cx="3657600" cy="77724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34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Inter"/>
              </a:rPr>
              <a:t>Narrative + GTM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175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Inter"/>
              </a:rPr>
              <a:t>Featherless Llama-3.1-70B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3657600" cy="77724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Inter"/>
              </a:rPr>
              <a:t>Ops + 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Inter"/>
              </a:rPr>
              <a:t>Featherless Mistral-Large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429000"/>
            <a:ext cx="3657600" cy="77724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Counsel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7947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Inter"/>
              </a:rPr>
              <a:t>Legal + regulatory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977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Inter"/>
              </a:rPr>
              <a:t>Gemini 2.5 Pro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429000"/>
            <a:ext cx="3657600" cy="77724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Facilitator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7947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Inter"/>
              </a:rPr>
              <a:t>Synthesis + dissent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977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Inter"/>
              </a:rPr>
              <a:t>Gemini 2.5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Model registry is the only path to inference. Fallback chains are configured per agent</a:t>
            </a:r>
          </a:p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(Gemini primary, Featherless fallback, mock for offline demo). Every model invocation</a:t>
            </a:r>
          </a:p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writes to the audit log with token counts, latency, and request ID.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Treasury · Mandate · Two-party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The agents can do, not just advise.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377440" cy="64008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proposed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7614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CA3AF"/>
                </a:solidFill>
                <a:latin typeface="Inte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651760"/>
            <a:ext cx="2377440" cy="64008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first_authorised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7614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CA3AF"/>
                </a:solidFill>
                <a:latin typeface="Inte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651760"/>
            <a:ext cx="2377440" cy="640080"/>
          </a:xfrm>
          <a:prstGeom prst="rect">
            <a:avLst/>
          </a:prstGeom>
          <a:solidFill>
            <a:srgbClr val="1A1A1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fully_authorised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7614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CA3AF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651760"/>
            <a:ext cx="2377440" cy="64008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executed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Four mandate gates checked at the API layer (not the UI):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✓ Permitted instrument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148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SHV-xStock, IEF-xStock, EURUSD-xStock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14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✓ Permitted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1148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buy / sell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✓ Single-instrument 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17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€50,000 per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617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Inter"/>
              </a:rPr>
              <a:t>✓ Daily loss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617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€25,000 rolling 24h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1A1A1A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✕ Two-party authorisation cannot be bypassed.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The proposer cannot self-second. Tested — and demonstrated live in the recording.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Live demo · 4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What you will see in the 2-minute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BOARDROOM DEBATE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Founder asks a Q3 hiring question; PDF burn-plan uploaded; six agents debate; dissent re-runs; consensus + action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TREASURY · MANDATE · TWO-PARTY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86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Founder proposes SHV-xStock buy. Founder authorises (1/2). Founder TRIES to self-second — REFUSED by the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80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SECOND 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463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CEO signs in on a separate browser, same tenant. Authorises (2/2). Trade executes against Kraken paper. Audit gains 5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BOARDPACK · AUDIT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06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Session closed. Boardpack PDF download. Audit page. Export ZIP = JSONL + manifest. Compliance-ready.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Proof, not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Audit-grade comes from tests, not slogans.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381 / 381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backend tests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65176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90.68 %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line coverage (gate 85 %)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5176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15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vitest pass · typecheck 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65176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16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Playwright pass against live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24 /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verification-a · hard API assertions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1480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14 /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verification-b · OCR rubric 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11480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real bugs found and fixed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4114800"/>
            <a:ext cx="2743200" cy="128016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nter"/>
              </a:rPr>
              <a:t>commits on main · all 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onsolas"/>
              </a:rPr>
              <a:t>All numbers reproducible on the repo. `make up &amp;&amp; pytest &amp;&amp; pwsh ./demovideo/verification-a/run-verify-a.ps1`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Boring, predictable, audit-grade.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Inter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React · Vite · Tailwind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63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Caddy SPA on :8080 (PWA-ready)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49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FastAPI · SQLAlchemy · Alembic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uvicorn on :8000 (RLS · mandate gates)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Inter"/>
              </a:rPr>
              <a:t>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46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Postgres 16 + pgvector · MinIO · LiveKit · Mailhog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257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All in compose · one ``make up``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Sponsor pools wired: Vultr (deploy) · Gemini (inference) · Featherless (fallback) · Speechmatics (voice) · Kraken (treasury paper)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Sponsor pools utilised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Five pools. Real integration. No demoware.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Vultr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377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Compute +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377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VM target for the public demo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Google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0632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Primary inference (CFO + Counsel + Facilitator)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063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API key configured · model registry routes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Featherless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49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Specialist fallback (CTO + CMO + COO)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749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Configured · activates when Gemini is down or rate-limited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Speechmatics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Live STT + diarisation (voice mode)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34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Sidecar wired · text-only fallback in demo recording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Kraken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120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Treasury execution (xStocks)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120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Paper-mode by default · live mode is one config flip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Beyond the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What ships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v1.1 — 3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WCAG 2.1 AA via @axe-core/playwright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Performance gates (p95 &lt; 10s session)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Speechmatics live STT (coupon redeemed)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Featherless live fallback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Push backend coverage 90.68 % → 100 %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68880"/>
            <a:ext cx="5486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v1.2 — 8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Native mobile app (PWA → Capacitor)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IOTA anchoring on treasury receipts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Vultr Object Storage (from MinIO)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34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Multi-language UI (EN / IT / ES / FR / 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Inter"/>
              </a:rPr>
              <a:t>·  Long-horizon memory (per-agent profile)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Team +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ter"/>
              </a:rPr>
              <a:t>Built by Verixa for Milan AI Week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Founder + lead engineer · architecture, infra, demo,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Inter"/>
              </a:rPr>
              <a:t>Generated under the AT-Hack0021 sprint with Claude as paired engineer.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Inter"/>
              </a:rPr>
              <a:t>What we are asking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·  Vultr credits to host the live demo URL for the EU founder cohort.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·  Gemini + Featherless production-tier keys for the v1.1 multilingual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·  30 minutes with a Kraken xStocks PM to validate the mandate-violation corpus.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Inter"/>
              </a:rPr>
              <a:t>·  Time on stage at Milan AI Week to demo end-to-end with audience-supplied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Inter"/>
              </a:rPr>
              <a:t>ATRIO Boardroom · vsenthil7/atrio-boardroom · Apache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ter"/>
              </a:rPr>
              <a:t>AT-HACK0021 · MILAN AI WEEK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Inter"/>
              </a:rPr>
              <a:t>ATRIO Boardroom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0896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  <a:latin typeface="Inter"/>
              </a:rPr>
              <a:t>Mandate-enforced at the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  <a:latin typeface="Inter"/>
              </a:rPr>
              <a:t>Two-party authorisation. Cross-tenant isolation. Audit-grade by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onsolas"/>
              </a:rPr>
              <a:t>github.com/vsenthil7/atrio-boardroom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Inter"/>
              </a:rPr>
              <a:t>Apache 2.0 · 381 backend tests · 90.68 % coverage · 24/24 + 14/14 demo-verified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Inter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